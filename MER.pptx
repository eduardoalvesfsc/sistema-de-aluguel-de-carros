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39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19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58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02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24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80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49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68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70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05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69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B7AB-3A71-44A3-A518-04931E96CFD2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EA738-60B2-4D75-83FE-9CD4C5FF1F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735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567" y="331714"/>
            <a:ext cx="11643360" cy="6241208"/>
          </a:xfrm>
        </p:spPr>
        <p:txBody>
          <a:bodyPr>
            <a:normAutofit/>
          </a:bodyPr>
          <a:lstStyle/>
          <a:p>
            <a:pPr algn="l"/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usuario (</a:t>
            </a:r>
            <a:r>
              <a:rPr lang="pt-BR" sz="3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id_usuario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nome, e-mail, senha)</a:t>
            </a:r>
          </a:p>
          <a:p>
            <a:pPr algn="l"/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funcionario (cargo, matricula, </a:t>
            </a:r>
            <a:r>
              <a:rPr lang="pt-BR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id_usuario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liente (cnh, telefone, endereço, </a:t>
            </a:r>
            <a:r>
              <a:rPr lang="pt-BR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id_usuario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luguel (</a:t>
            </a:r>
            <a:r>
              <a:rPr lang="pt-BR" sz="3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id_aluguel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data_inicio, data_fim_previsto, data_fim_real, valor_total, status</a:t>
            </a:r>
          </a:p>
          <a:p>
            <a:pPr algn="l"/>
            <a:r>
              <a:rPr lang="pt-BR" sz="3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id_usuario_cliente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id_carro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Carro (</a:t>
            </a:r>
            <a:r>
              <a:rPr lang="pt-BR" sz="3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id_carro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placa, modelo, marca, ano, valor_diario, status, </a:t>
            </a:r>
            <a:r>
              <a:rPr lang="pt-BR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id_usuário_funcionário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34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ALVES FERREIRA</dc:creator>
  <cp:lastModifiedBy>EDUARDO ALVES FERREIRA</cp:lastModifiedBy>
  <cp:revision>5</cp:revision>
  <dcterms:created xsi:type="dcterms:W3CDTF">2025-12-29T18:37:09Z</dcterms:created>
  <dcterms:modified xsi:type="dcterms:W3CDTF">2025-12-29T19:27:48Z</dcterms:modified>
</cp:coreProperties>
</file>